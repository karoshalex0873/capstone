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nor Sans" charset="1" panose="02000000000000000000"/>
      <p:regular r:id="rId20"/>
    </p:embeddedFont>
    <p:embeddedFont>
      <p:font typeface="Clear Sans" charset="1" panose="020B05030302020203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F0F4F8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Technology as a Solution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[PRESENTER NAME HERE]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Why Societal Challenges Matter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ACCESS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Societal challenges significantly impact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access to opportunity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limiting individual potential and contributing to persistent inequalities within communities.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TRANSFORMATION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serves as a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powerful tool for transformation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driving innovation and enabling solutions that can address complex societal issues effectively.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680135"/>
            <a:chOff x="0" y="0"/>
            <a:chExt cx="7264400" cy="357351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UNDERSERVED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2427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right technology has the potential to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reach the most underserved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ensuring that marginalized communities benefit from advancements and improve their quality of life.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581400"/>
            <a:chOff x="0" y="0"/>
            <a:chExt cx="1333267" cy="876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2"/>
              <a:stretch>
                <a:fillRect l="-83" t="0" r="-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581400"/>
            <a:chOff x="0" y="0"/>
            <a:chExt cx="1333267" cy="8764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581400"/>
            <a:chOff x="0" y="0"/>
            <a:chExt cx="1333267" cy="876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8089" y="8366723"/>
            <a:ext cx="5446961" cy="1253517"/>
            <a:chOff x="0" y="0"/>
            <a:chExt cx="7262615" cy="16713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7262615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EXCLUSION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4251"/>
              <a:ext cx="7262615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Many people lack access to financial services.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8366723"/>
            <a:ext cx="5448300" cy="1253568"/>
            <a:chOff x="0" y="0"/>
            <a:chExt cx="7264400" cy="16714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EMPLOYMENT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04319"/>
              <a:ext cx="72644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Job seekers often have skills that don't match.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8366774"/>
            <a:ext cx="5448300" cy="1253466"/>
            <a:chOff x="0" y="0"/>
            <a:chExt cx="7264400" cy="167128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HEALTHCARE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04183"/>
              <a:ext cx="72644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Many communities struggle to access quality healthcare services.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Key Societal Challenges Impacting Communities Today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470458"/>
            <a:chOff x="0" y="0"/>
            <a:chExt cx="13017500" cy="5960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UNEQUAL TECHNOLOGY ACCESS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Rural communities face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significant barriers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to technology, including higher costs, limited availability, and low digital literacy rates, impacting their opportunities.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0F4F8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Digital Divide: Access Disparities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Technology as an Enabler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EFFICIENT SCALING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allows for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rapid scaling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solutions, meaning that services can expand to meet growing demands without significant delays or costs.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COST REDUCTION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By leveraging technology, organizations can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reduce service delivery costs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making essential services more affordable and accessible to underserved populations.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CONNECTIVITY OPPORTUNITIES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connects individuals to new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opportunities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facilitating access to resources, information, and networks that can enhance their quality of life.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INNOVATION THROUGH SIMPLICITY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M-Pesa utilizes USSD &amp; SMS technology, enabling financial transactions on basic phones and driving financial inclusion across rural Kenya effectively.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0F4F8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Case Study: M-Pesa and Its Impact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BRIDGING SKILLS AND OPPORTUNITIES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Graduates often lack relevant skills, leading to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 unemployment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 Limited job networks disproportionately affect rural youth, exacerbating existing inequalities.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0F4F8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Addressing the Youth Employment Gap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Tech Solutions for Talent Matching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AI-POWERED JOB MATCHING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AI technology analyzes resumes and job requirements,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ensuring optimal matches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candidates, thus improving job placement success and efficiency.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SKILL-BASED PROFILING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Profiles categorize individuals based on skills, allowing for targeted job opportunities that align with their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unique capabilities and experiences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INCLUSIVE ACCESS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Platforms ensure all users, regardless of background, can access job opportunities, bridging gaps and promoting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diversity in the workforce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470458"/>
            <a:chOff x="0" y="0"/>
            <a:chExt cx="13017500" cy="5960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BRIDGING THE DIGITAL DIVIDE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Women face significant barriers in technology access.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Inclusive designs can enhance their engagement, ensuring technology empowers rather than excludes them from opportunities.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0F4F8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Empowering Women Through Technology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Design Principles for Social Impact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SIMPLICITY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should be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easy to use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minimizing complexity to ensure adoption and engagement, especially among underserved communities.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ACCESSIBILITY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Ensuring technology is available to all, regardless of socioeconomic status, helps bridge gaps and fosters inclusive participation in society.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CULTURAL AWARENESS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Understanding local customs and practices is vital for technology to resonate and be embraced within diverse communities, enhancing its effectiveness.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The Role of Engineers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BUILD FOR REAL NEEDS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Engineers must understand community requirements to create practical solutions that genuinely improve lives and address specific societal challenges effectively.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DESIGN WITH COMMUNITIES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Collaborating closely with communities ensures that technological solutions are culturally relevant, widely accepted, and tailored to local contexts and needs.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THINK LONG-TERM IMPACT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Technologists should prioritize sustainable practices that contribute to lasting benefits, fostering resilience and adaptability in the communities they serve.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The Future of Technology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COMMUNITY-DRIVEN INNOVATION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Community-driven innovation fosters local solutions that are tailored to specific challenges, empowering individuals to take charge of their development.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AFFORDABLE AND INCLUSIVE SYSTEMS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Affordable technology systems ensure that underserved populations can access essential services, bridging gaps and enabling participation in the digital economy.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TECHNOLOGY IN SOCIAL CONTEXT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must be rooted in cultural and social contexts to be effective, enhancing relevance and adoption within diverse communities.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Conclusion: From Challenges to Solutions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INNOVATIVE THINKING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Addressing societal challenges starts with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creative solutions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leverage technology to transform communities and improve lives effectively.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TECHNOLOGY AS A BRIDGE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connects people to opportunities, creating pathways that facilitate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access and inclusion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underserved populations in various sectors.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IMPACT-DRIVEN CHANGE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By focusing on </a:t>
              </a:r>
              <a:r>
                <a:rPr lang="en-US" b="true" sz="2099">
                  <a:solidFill>
                    <a:srgbClr val="F0F4F8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impact-driven technologies</a:t>
              </a:r>
              <a:r>
                <a:rPr lang="en-US" sz="2099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we can create sustainable solutions that genuinely enhance quality of life and empower communities.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8A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0F4F8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3465218"/>
            <a:chOff x="0" y="0"/>
            <a:chExt cx="11099800" cy="46202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EMAIL ADDRESS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hello@reallygreatsite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SOCIAL MEDIA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5781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@reallygreatsite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0515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0D6D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PHONE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48486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0F4F8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123-456-7890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Technology as a Solution</dc:description>
  <dc:identifier>DAG_saoawNo</dc:identifier>
  <dcterms:modified xsi:type="dcterms:W3CDTF">2011-08-01T06:04:30Z</dcterms:modified>
  <cp:revision>1</cp:revision>
  <dc:title>Presentation - Technology as a Solution</dc:title>
</cp:coreProperties>
</file>